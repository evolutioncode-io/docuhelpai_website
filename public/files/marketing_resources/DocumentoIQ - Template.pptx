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Josefin Slab"/>
      <p:regular r:id="rId12"/>
      <p:bold r:id="rId13"/>
      <p:italic r:id="rId14"/>
      <p:boldItalic r:id="rId15"/>
    </p:embeddedFont>
    <p:embeddedFont>
      <p:font typeface="Abel"/>
      <p:regular r:id="rId16"/>
    </p:embeddedFont>
    <p:embeddedFont>
      <p:font typeface="Josefin Sans"/>
      <p:regular r:id="rId17"/>
      <p:bold r:id="rId18"/>
      <p:italic r:id="rId19"/>
      <p:boldItalic r:id="rId20"/>
    </p:embeddedFont>
    <p:embeddedFont>
      <p:font typeface="Unica One"/>
      <p:regular r:id="rId21"/>
    </p:embeddedFont>
    <p:embeddedFont>
      <p:font typeface="Exo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96">
          <p15:clr>
            <a:srgbClr val="A4A3A4"/>
          </p15:clr>
        </p15:guide>
        <p15:guide id="2" pos="144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AFHhgEWHOA/hFXBVvYkhDFyL7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5D2D44-75D0-44BE-889F-E17EC3E3C34F}">
  <a:tblStyle styleId="{8C5D2D44-75D0-44BE-889F-E17EC3E3C34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6" orient="horz"/>
        <p:guide pos="1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efinSans-boldItalic.fntdata"/><Relationship Id="rId22" Type="http://schemas.openxmlformats.org/officeDocument/2006/relationships/font" Target="fonts/ExoLight-regular.fntdata"/><Relationship Id="rId21" Type="http://schemas.openxmlformats.org/officeDocument/2006/relationships/font" Target="fonts/UnicaOne-regular.fntdata"/><Relationship Id="rId24" Type="http://schemas.openxmlformats.org/officeDocument/2006/relationships/font" Target="fonts/ExoLight-italic.fntdata"/><Relationship Id="rId23" Type="http://schemas.openxmlformats.org/officeDocument/2006/relationships/font" Target="fonts/Exo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Exo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JosefinSlab-bold.fntdata"/><Relationship Id="rId12" Type="http://schemas.openxmlformats.org/officeDocument/2006/relationships/font" Target="fonts/JosefinSlab-regular.fntdata"/><Relationship Id="rId15" Type="http://schemas.openxmlformats.org/officeDocument/2006/relationships/font" Target="fonts/JosefinSlab-boldItalic.fntdata"/><Relationship Id="rId14" Type="http://schemas.openxmlformats.org/officeDocument/2006/relationships/font" Target="fonts/JosefinSlab-italic.fntdata"/><Relationship Id="rId17" Type="http://schemas.openxmlformats.org/officeDocument/2006/relationships/font" Target="fonts/JosefinSans-regular.fntdata"/><Relationship Id="rId16" Type="http://schemas.openxmlformats.org/officeDocument/2006/relationships/font" Target="fonts/Abel-regular.fntdata"/><Relationship Id="rId19" Type="http://schemas.openxmlformats.org/officeDocument/2006/relationships/font" Target="fonts/JosefinSans-italic.fntdata"/><Relationship Id="rId18" Type="http://schemas.openxmlformats.org/officeDocument/2006/relationships/font" Target="fonts/Josefi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657ad8d86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g3657ad8d8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c9a97dce3e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g3c9a97dce3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c9a97dce3e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3c9a97dce3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dccb6b18b7_0_1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2dccb6b18b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cda469113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ecda46911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0"/>
          <p:cNvSpPr txBox="1"/>
          <p:nvPr>
            <p:ph type="ctrTitle"/>
          </p:nvPr>
        </p:nvSpPr>
        <p:spPr>
          <a:xfrm>
            <a:off x="833000" y="2566175"/>
            <a:ext cx="3500700" cy="144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3600"/>
              <a:buNone/>
              <a:defRPr sz="48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" type="subTitle"/>
          </p:nvPr>
        </p:nvSpPr>
        <p:spPr>
          <a:xfrm>
            <a:off x="833000" y="3843250"/>
            <a:ext cx="3326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None/>
              <a:defRPr sz="1100">
                <a:solidFill>
                  <a:srgbClr val="F3F3F3"/>
                </a:solidFill>
                <a:latin typeface="Exo Light"/>
                <a:ea typeface="Exo Light"/>
                <a:cs typeface="Exo Light"/>
                <a:sym typeface="Ex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11" name="Google Shape;11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76080"/>
            </a:schemeClr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 1">
  <p:cSld name="CUSTOM_1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4"/>
          <p:cNvSpPr txBox="1"/>
          <p:nvPr>
            <p:ph idx="1" type="body"/>
          </p:nvPr>
        </p:nvSpPr>
        <p:spPr>
          <a:xfrm>
            <a:off x="1728275" y="1073550"/>
            <a:ext cx="63033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●"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○"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■"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●"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○"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■"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●"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○"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Abel"/>
              <a:buChar char="■"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type="ctrTitle"/>
          </p:nvPr>
        </p:nvSpPr>
        <p:spPr>
          <a:xfrm rot="-5400000">
            <a:off x="-1012550" y="2331150"/>
            <a:ext cx="3083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15" name="Google Shape;15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76080"/>
            </a:schemeClr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5475" y="198025"/>
            <a:ext cx="1811700" cy="3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CUSTOM_16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ctrTitle"/>
          </p:nvPr>
        </p:nvSpPr>
        <p:spPr>
          <a:xfrm>
            <a:off x="5909550" y="1715300"/>
            <a:ext cx="18153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b="0" sz="3600"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/>
        </p:txBody>
      </p:sp>
      <p:sp>
        <p:nvSpPr>
          <p:cNvPr id="19" name="Google Shape;19;p22"/>
          <p:cNvSpPr txBox="1"/>
          <p:nvPr>
            <p:ph idx="1" type="subTitle"/>
          </p:nvPr>
        </p:nvSpPr>
        <p:spPr>
          <a:xfrm>
            <a:off x="5909550" y="2819625"/>
            <a:ext cx="23124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None/>
              <a:defRPr sz="1400"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/>
        </p:txBody>
      </p:sp>
      <p:sp>
        <p:nvSpPr>
          <p:cNvPr id="20" name="Google Shape;20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76080"/>
            </a:schemeClr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CUSTOM_6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657ad8d86b_1_448"/>
          <p:cNvSpPr txBox="1"/>
          <p:nvPr>
            <p:ph type="ctrTitle"/>
          </p:nvPr>
        </p:nvSpPr>
        <p:spPr>
          <a:xfrm>
            <a:off x="4650725" y="1658275"/>
            <a:ext cx="35649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4800"/>
              <a:buNone/>
              <a:defRPr b="0" sz="6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23" name="Google Shape;23;g3657ad8d86b_1_4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76080"/>
            </a:schemeClr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1_SECTION 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2"/>
          <p:cNvSpPr txBox="1"/>
          <p:nvPr>
            <p:ph type="ctrTitle"/>
          </p:nvPr>
        </p:nvSpPr>
        <p:spPr>
          <a:xfrm>
            <a:off x="138313" y="161365"/>
            <a:ext cx="8882742" cy="60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b="0" sz="3600"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/>
        </p:txBody>
      </p:sp>
      <p:sp>
        <p:nvSpPr>
          <p:cNvPr id="26" name="Google Shape;26;p32"/>
          <p:cNvSpPr txBox="1"/>
          <p:nvPr>
            <p:ph idx="1" type="subTitle"/>
          </p:nvPr>
        </p:nvSpPr>
        <p:spPr>
          <a:xfrm>
            <a:off x="284309" y="768404"/>
            <a:ext cx="8736746" cy="4994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None/>
              <a:defRPr sz="1400"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/>
        </p:txBody>
      </p:sp>
      <p:sp>
        <p:nvSpPr>
          <p:cNvPr id="27" name="Google Shape;27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76080"/>
            </a:schemeClr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5475" y="198025"/>
            <a:ext cx="1811700" cy="3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76080"/>
            </a:schemeClr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5475" y="198025"/>
            <a:ext cx="1811700" cy="3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 type="blank">
  <p:cSld name="BLANK">
    <p:bg>
      <p:bgPr>
        <a:solidFill>
          <a:srgbClr val="FDF3E5">
            <a:alpha val="27843"/>
          </a:srgbClr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Unica One"/>
              <a:buNone/>
              <a:defRPr b="1" i="0" sz="2800" u="none" cap="none" strike="noStrike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Josefin Sans"/>
              <a:buNone/>
              <a:defRPr b="1" i="0" sz="2800" u="none" cap="none" strike="noStrike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Josefin Sans"/>
              <a:buNone/>
              <a:defRPr b="1" i="0" sz="2800" u="none" cap="none" strike="noStrike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Josefin Sans"/>
              <a:buNone/>
              <a:defRPr b="1" i="0" sz="2800" u="none" cap="none" strike="noStrike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Josefin Sans"/>
              <a:buNone/>
              <a:defRPr b="1" i="0" sz="2800" u="none" cap="none" strike="noStrike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Josefin Sans"/>
              <a:buNone/>
              <a:defRPr b="1" i="0" sz="2800" u="none" cap="none" strike="noStrike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Josefin Sans"/>
              <a:buNone/>
              <a:defRPr b="1" i="0" sz="2800" u="none" cap="none" strike="noStrike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Josefin Sans"/>
              <a:buNone/>
              <a:defRPr b="1" i="0" sz="2800" u="none" cap="none" strike="noStrike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Josefin Sans"/>
              <a:buNone/>
              <a:defRPr b="1" i="0" sz="2800" u="none" cap="none" strike="noStrike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●"/>
              <a:defRPr b="0" i="0" sz="1200" u="none" cap="none" strike="noStrike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○"/>
              <a:defRPr b="0" i="0" sz="1200" u="none" cap="none" strike="noStrike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■"/>
              <a:defRPr b="0" i="0" sz="1200" u="none" cap="none" strike="noStrike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●"/>
              <a:defRPr b="0" i="0" sz="1200" u="none" cap="none" strike="noStrike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○"/>
              <a:defRPr b="0" i="0" sz="1200" u="none" cap="none" strike="noStrike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■"/>
              <a:defRPr b="0" i="0" sz="1200" u="none" cap="none" strike="noStrike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●"/>
              <a:defRPr b="0" i="0" sz="1200" u="none" cap="none" strike="noStrike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Char char="○"/>
              <a:defRPr b="0" i="0" sz="1200" u="none" cap="none" strike="noStrike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Abel"/>
              <a:buChar char="■"/>
              <a:defRPr b="0" i="0" sz="1200" u="none" cap="none" strike="noStrike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hyperlink" Target="https://www.documentoiq.com/es/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hyperlink" Target="http://www.documentoiq.com" TargetMode="External"/><Relationship Id="rId5" Type="http://schemas.openxmlformats.org/officeDocument/2006/relationships/hyperlink" Target="https://www.youtube.com/@DocumentoIQ_Official" TargetMode="External"/><Relationship Id="rId6" Type="http://schemas.openxmlformats.org/officeDocument/2006/relationships/hyperlink" Target="https://www.youtube.com/@DocumentoIQ_Official" TargetMode="External"/><Relationship Id="rId7" Type="http://schemas.openxmlformats.org/officeDocument/2006/relationships/hyperlink" Target="https://www.linkedin.com/company/documentoiq/" TargetMode="External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657ad8d86b_0_0"/>
          <p:cNvSpPr txBox="1"/>
          <p:nvPr>
            <p:ph idx="1" type="subTitle"/>
          </p:nvPr>
        </p:nvSpPr>
        <p:spPr>
          <a:xfrm>
            <a:off x="693000" y="2761100"/>
            <a:ext cx="7758000" cy="15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 sz="3000">
                <a:latin typeface="Unica One"/>
                <a:ea typeface="Unica One"/>
                <a:cs typeface="Unica One"/>
                <a:sym typeface="Unica One"/>
              </a:rPr>
              <a:t>TITLE HERE</a:t>
            </a:r>
            <a:endParaRPr sz="3000">
              <a:latin typeface="Unica One"/>
              <a:ea typeface="Unica One"/>
              <a:cs typeface="Unica One"/>
              <a:sym typeface="Unica On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000">
              <a:latin typeface="Unica One"/>
              <a:ea typeface="Unica One"/>
              <a:cs typeface="Unica One"/>
              <a:sym typeface="Unica On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000">
              <a:latin typeface="Unica One"/>
              <a:ea typeface="Unica One"/>
              <a:cs typeface="Unica One"/>
              <a:sym typeface="Unica One"/>
            </a:endParaRPr>
          </a:p>
        </p:txBody>
      </p:sp>
      <p:pic>
        <p:nvPicPr>
          <p:cNvPr id="38" name="Google Shape;38;g3657ad8d86b_0_0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3881" y="1527600"/>
            <a:ext cx="4156244" cy="69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g3657ad8d86b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90500" y="294100"/>
            <a:ext cx="2163000" cy="69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c9a97dce3e_0_35"/>
          <p:cNvSpPr txBox="1"/>
          <p:nvPr>
            <p:ph idx="4294967295" type="subTitle"/>
          </p:nvPr>
        </p:nvSpPr>
        <p:spPr>
          <a:xfrm>
            <a:off x="105250" y="123150"/>
            <a:ext cx="83943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Abel"/>
              <a:buNone/>
            </a:pPr>
            <a:r>
              <a:rPr b="1" lang="es-MX" sz="3600">
                <a:solidFill>
                  <a:srgbClr val="FFC92E"/>
                </a:solidFill>
                <a:latin typeface="Unica One"/>
                <a:ea typeface="Unica One"/>
                <a:cs typeface="Unica One"/>
                <a:sym typeface="Unica One"/>
              </a:rPr>
              <a:t>TITLE HERE</a:t>
            </a:r>
            <a:endParaRPr b="0" i="0" sz="2000" u="none" cap="none" strike="noStrike">
              <a:solidFill>
                <a:srgbClr val="F3F3F3"/>
              </a:solidFill>
              <a:latin typeface="Unica One"/>
              <a:ea typeface="Unica One"/>
              <a:cs typeface="Unica One"/>
              <a:sym typeface="Unic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bel"/>
              <a:buNone/>
            </a:pPr>
            <a:r>
              <a:t/>
            </a:r>
            <a:endParaRPr b="0" i="0" sz="2000" u="none" cap="none" strike="noStrike">
              <a:solidFill>
                <a:srgbClr val="F3F3F3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bel"/>
              <a:buNone/>
            </a:pPr>
            <a:r>
              <a:t/>
            </a:r>
            <a:endParaRPr b="0" i="0" sz="800" u="none" cap="none" strike="noStrike">
              <a:solidFill>
                <a:srgbClr val="F3F3F3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45" name="Google Shape;45;g3c9a97dce3e_0_35"/>
          <p:cNvSpPr txBox="1"/>
          <p:nvPr/>
        </p:nvSpPr>
        <p:spPr>
          <a:xfrm>
            <a:off x="380425" y="1467500"/>
            <a:ext cx="8394300" cy="17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2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[Text here]</a:t>
            </a:r>
            <a:endParaRPr b="1" i="0" sz="2100" u="none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9a97dce3e_0_5"/>
          <p:cNvSpPr txBox="1"/>
          <p:nvPr/>
        </p:nvSpPr>
        <p:spPr>
          <a:xfrm>
            <a:off x="432300" y="1351650"/>
            <a:ext cx="39372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51" name="Google Shape;51;g3c9a97dce3e_0_5"/>
          <p:cNvSpPr txBox="1"/>
          <p:nvPr>
            <p:ph idx="4294967295" type="subTitle"/>
          </p:nvPr>
        </p:nvSpPr>
        <p:spPr>
          <a:xfrm>
            <a:off x="115790" y="123150"/>
            <a:ext cx="83943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Abel"/>
              <a:buNone/>
            </a:pPr>
            <a:r>
              <a:rPr b="1" lang="es-MX" sz="3200">
                <a:solidFill>
                  <a:srgbClr val="FFC92E"/>
                </a:solidFill>
                <a:latin typeface="Unica One"/>
                <a:ea typeface="Unica One"/>
                <a:cs typeface="Unica One"/>
                <a:sym typeface="Unica One"/>
              </a:rPr>
              <a:t>TITLE HERE</a:t>
            </a:r>
            <a:endParaRPr b="0" i="0" sz="3100" u="none" cap="none" strike="noStrike">
              <a:solidFill>
                <a:srgbClr val="F3F3F3"/>
              </a:solidFill>
              <a:latin typeface="Unica One"/>
              <a:ea typeface="Unica One"/>
              <a:cs typeface="Unica One"/>
              <a:sym typeface="Unic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bel"/>
              <a:buNone/>
            </a:pPr>
            <a:r>
              <a:t/>
            </a:r>
            <a:endParaRPr b="0" i="0" sz="1600" u="none" cap="none" strike="noStrike">
              <a:solidFill>
                <a:srgbClr val="F3F3F3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bel"/>
              <a:buNone/>
            </a:pPr>
            <a:r>
              <a:t/>
            </a:r>
            <a:endParaRPr b="0" i="0" sz="400" u="none" cap="none" strike="noStrike">
              <a:solidFill>
                <a:srgbClr val="F3F3F3"/>
              </a:solidFill>
              <a:latin typeface="Abel"/>
              <a:ea typeface="Abel"/>
              <a:cs typeface="Abel"/>
              <a:sym typeface="Abel"/>
            </a:endParaRPr>
          </a:p>
        </p:txBody>
      </p:sp>
      <p:graphicFrame>
        <p:nvGraphicFramePr>
          <p:cNvPr id="52" name="Google Shape;52;g3c9a97dce3e_0_5"/>
          <p:cNvGraphicFramePr/>
          <p:nvPr/>
        </p:nvGraphicFramePr>
        <p:xfrm>
          <a:off x="370929" y="10519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{8C5D2D44-75D0-44BE-889F-E17EC3E3C34F}</a:tableStyleId>
              </a:tblPr>
              <a:tblGrid>
                <a:gridCol w="4155950"/>
                <a:gridCol w="4155950"/>
              </a:tblGrid>
              <a:tr h="34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>
                          <a:solidFill>
                            <a:srgbClr val="F3F3F3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HEADER 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>
                          <a:solidFill>
                            <a:srgbClr val="F3F3F3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HEADER 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s-MX" sz="1600">
                          <a:solidFill>
                            <a:schemeClr val="lt2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[Text here]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s-MX" sz="1600">
                          <a:solidFill>
                            <a:schemeClr val="lt2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[Text here]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ccb6b18b7_0_183"/>
          <p:cNvSpPr txBox="1"/>
          <p:nvPr>
            <p:ph idx="4294967295" type="subTitle"/>
          </p:nvPr>
        </p:nvSpPr>
        <p:spPr>
          <a:xfrm>
            <a:off x="105250" y="123150"/>
            <a:ext cx="83943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Abel"/>
              <a:buNone/>
            </a:pPr>
            <a:r>
              <a:rPr b="1" lang="es-MX" sz="3600">
                <a:solidFill>
                  <a:srgbClr val="FFC92E"/>
                </a:solidFill>
                <a:latin typeface="Unica One"/>
                <a:ea typeface="Unica One"/>
                <a:cs typeface="Unica One"/>
                <a:sym typeface="Unica One"/>
              </a:rPr>
              <a:t>TITLE HERE</a:t>
            </a:r>
            <a:endParaRPr b="0" i="0" sz="2000" u="none" cap="none" strike="noStrike">
              <a:solidFill>
                <a:srgbClr val="F3F3F3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bel"/>
              <a:buNone/>
            </a:pPr>
            <a:r>
              <a:t/>
            </a:r>
            <a:endParaRPr b="0" i="0" sz="800" u="none" cap="none" strike="noStrike">
              <a:solidFill>
                <a:srgbClr val="F3F3F3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58" name="Google Shape;58;g2dccb6b18b7_0_183"/>
          <p:cNvSpPr txBox="1"/>
          <p:nvPr/>
        </p:nvSpPr>
        <p:spPr>
          <a:xfrm>
            <a:off x="772350" y="3063375"/>
            <a:ext cx="759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>
                <a:solidFill>
                  <a:schemeClr val="lt2"/>
                </a:solidFill>
                <a:latin typeface="Abel"/>
                <a:ea typeface="Abel"/>
                <a:cs typeface="Abel"/>
                <a:sym typeface="Abel"/>
              </a:rPr>
              <a:t>[Text here]</a:t>
            </a:r>
            <a:endParaRPr b="0" i="0" sz="1700" u="none" cap="none" strike="noStrike">
              <a:solidFill>
                <a:srgbClr val="FCBF4A"/>
              </a:solidFill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59" name="Google Shape;59;g2dccb6b18b7_0_183" title="Placeholder_view_vector.svg.png"/>
          <p:cNvPicPr preferRelativeResize="0"/>
          <p:nvPr/>
        </p:nvPicPr>
        <p:blipFill rotWithShape="1">
          <a:blip r:embed="rId3">
            <a:alphaModFix/>
          </a:blip>
          <a:srcRect b="0" l="11059" r="11059" t="0"/>
          <a:stretch/>
        </p:blipFill>
        <p:spPr>
          <a:xfrm>
            <a:off x="3293125" y="787450"/>
            <a:ext cx="2209800" cy="2209800"/>
          </a:xfrm>
          <a:prstGeom prst="ellipse">
            <a:avLst/>
          </a:prstGeom>
          <a:solidFill>
            <a:schemeClr val="dk1">
              <a:alpha val="75686"/>
            </a:schemeClr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cda469113_0_10"/>
          <p:cNvSpPr txBox="1"/>
          <p:nvPr>
            <p:ph type="ctrTitle"/>
          </p:nvPr>
        </p:nvSpPr>
        <p:spPr>
          <a:xfrm flipH="1">
            <a:off x="3265501" y="1424968"/>
            <a:ext cx="26130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MX">
                <a:solidFill>
                  <a:srgbClr val="FFC92E"/>
                </a:solidFill>
              </a:rPr>
              <a:t>TEXT HERE</a:t>
            </a:r>
            <a:endParaRPr>
              <a:solidFill>
                <a:srgbClr val="FFC92E"/>
              </a:solidFill>
            </a:endParaRPr>
          </a:p>
        </p:txBody>
      </p:sp>
      <p:cxnSp>
        <p:nvCxnSpPr>
          <p:cNvPr id="65" name="Google Shape;65;g3ecda469113_0_10"/>
          <p:cNvCxnSpPr/>
          <p:nvPr/>
        </p:nvCxnSpPr>
        <p:spPr>
          <a:xfrm>
            <a:off x="3190493" y="230367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C92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8240"/>
              </a:srgbClr>
            </a:outerShdw>
          </a:effectLst>
        </p:spPr>
      </p:cxnSp>
      <p:grpSp>
        <p:nvGrpSpPr>
          <p:cNvPr id="66" name="Google Shape;66;g3ecda469113_0_10"/>
          <p:cNvGrpSpPr/>
          <p:nvPr/>
        </p:nvGrpSpPr>
        <p:grpSpPr>
          <a:xfrm>
            <a:off x="3211795" y="3342012"/>
            <a:ext cx="346056" cy="345674"/>
            <a:chOff x="3752358" y="3817349"/>
            <a:chExt cx="346056" cy="345674"/>
          </a:xfrm>
        </p:grpSpPr>
        <p:sp>
          <p:nvSpPr>
            <p:cNvPr id="67" name="Google Shape;67;g3ecda469113_0_10"/>
            <p:cNvSpPr/>
            <p:nvPr/>
          </p:nvSpPr>
          <p:spPr>
            <a:xfrm>
              <a:off x="3752358" y="3817349"/>
              <a:ext cx="346056" cy="345674"/>
            </a:xfrm>
            <a:custGeom>
              <a:rect b="b" l="l" r="r" t="t"/>
              <a:pathLst>
                <a:path extrusionOk="0" h="10860" w="10872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g3ecda469113_0_10"/>
            <p:cNvSpPr/>
            <p:nvPr/>
          </p:nvSpPr>
          <p:spPr>
            <a:xfrm>
              <a:off x="3831933" y="3955682"/>
              <a:ext cx="47809" cy="120540"/>
            </a:xfrm>
            <a:custGeom>
              <a:rect b="b" l="l" r="r" t="t"/>
              <a:pathLst>
                <a:path extrusionOk="0" h="3787" w="1502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3ecda469113_0_10"/>
            <p:cNvSpPr/>
            <p:nvPr/>
          </p:nvSpPr>
          <p:spPr>
            <a:xfrm>
              <a:off x="3824739" y="3890112"/>
              <a:ext cx="55002" cy="55002"/>
            </a:xfrm>
            <a:custGeom>
              <a:rect b="b" l="l" r="r" t="t"/>
              <a:pathLst>
                <a:path extrusionOk="0" h="1728" w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g3ecda469113_0_10"/>
            <p:cNvSpPr/>
            <p:nvPr/>
          </p:nvSpPr>
          <p:spPr>
            <a:xfrm>
              <a:off x="3904696" y="3955682"/>
              <a:ext cx="128148" cy="120540"/>
            </a:xfrm>
            <a:custGeom>
              <a:rect b="b" l="l" r="r" t="t"/>
              <a:pathLst>
                <a:path extrusionOk="0" h="3787" w="4026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1" name="Google Shape;71;g3ecda469113_0_10" title="Documento-IQ - 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5498" y="628650"/>
            <a:ext cx="2613000" cy="435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ecda469113_0_10" title="yt-bco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7821" y="4037850"/>
            <a:ext cx="414000" cy="4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ecda469113_0_10">
            <a:hlinkClick r:id="rId5"/>
          </p:cNvPr>
          <p:cNvSpPr txBox="1"/>
          <p:nvPr/>
        </p:nvSpPr>
        <p:spPr>
          <a:xfrm>
            <a:off x="3820255" y="4072055"/>
            <a:ext cx="21426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>
                <a:solidFill>
                  <a:schemeClr val="lt1"/>
                </a:solidFill>
                <a:uFill>
                  <a:noFill/>
                </a:uFill>
                <a:latin typeface="Abel"/>
                <a:ea typeface="Abel"/>
                <a:cs typeface="Abel"/>
                <a:sym typeface="Abe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/@DocumentoIQ_Official</a:t>
            </a:r>
            <a:endParaRPr b="0" i="0" sz="1500" u="none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74" name="Google Shape;74;g3ecda469113_0_10"/>
          <p:cNvSpPr txBox="1"/>
          <p:nvPr/>
        </p:nvSpPr>
        <p:spPr>
          <a:xfrm>
            <a:off x="3842165" y="3342037"/>
            <a:ext cx="19737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>
                <a:solidFill>
                  <a:schemeClr val="lt1"/>
                </a:solidFill>
                <a:uFill>
                  <a:noFill/>
                </a:uFill>
                <a:latin typeface="Abel"/>
                <a:ea typeface="Abel"/>
                <a:cs typeface="Abel"/>
                <a:sym typeface="Abe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/company/documentoiq</a:t>
            </a:r>
            <a:endParaRPr b="0" i="0" sz="1500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75" name="Google Shape;75;g3ecda469113_0_10" title="website_bc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7825" y="2577838"/>
            <a:ext cx="414001" cy="4140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ecda469113_0_10"/>
          <p:cNvSpPr txBox="1"/>
          <p:nvPr/>
        </p:nvSpPr>
        <p:spPr>
          <a:xfrm>
            <a:off x="3873432" y="2650062"/>
            <a:ext cx="19737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>
                <a:solidFill>
                  <a:schemeClr val="lt1"/>
                </a:solidFill>
                <a:uFill>
                  <a:noFill/>
                </a:uFill>
                <a:latin typeface="Abel"/>
                <a:ea typeface="Abel"/>
                <a:cs typeface="Abel"/>
                <a:sym typeface="Abe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www.documentoiq.com</a:t>
            </a:r>
            <a:endParaRPr b="0" i="0" sz="1500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dical Thesi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